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AG‑UI 세미나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Microsoft Agent Framework + AG‑UI</a:t>
            </a:r>
          </a:p>
          <a:p>
            <a:r>
              <a:t>Agent‑User Interaction Protocol 소개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세미나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AG‑UI 개념 이해</a:t>
            </a:r>
          </a:p>
          <a:p>
            <a:r>
              <a:t>• Microsoft Agent Framework와의 관계 이해</a:t>
            </a:r>
          </a:p>
          <a:p>
            <a:r>
              <a:t>• Tool / UI / Human-in-the-loop 구조 이해</a:t>
            </a:r>
          </a:p>
          <a:p>
            <a:r>
              <a:t>• 실제 데모를 통해 AG‑UI 동작 확인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 애플리케이션의 문제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UI와 Agent 연결 표준이 없음</a:t>
            </a:r>
          </a:p>
          <a:p>
            <a:r>
              <a:t>• Streaming 구현을 직접 해야 함</a:t>
            </a:r>
          </a:p>
          <a:p>
            <a:r>
              <a:t>• Tool 실행 상태 표시 어려움</a:t>
            </a:r>
          </a:p>
          <a:p>
            <a:r>
              <a:t>• Human approval workflow 구현 필요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 발전 단계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Chatbot</a:t>
            </a:r>
          </a:p>
          <a:p>
            <a:r>
              <a:t>2. Tool‑using LLM</a:t>
            </a:r>
          </a:p>
          <a:p>
            <a:r>
              <a:t>3. AI Agent</a:t>
            </a:r>
          </a:p>
          <a:p>
            <a:r>
              <a:t>4. Agent Ecosystem</a:t>
            </a:r>
          </a:p>
          <a:p>
            <a:r>
              <a:t>→ Agent가 똑똑해졌지만 UI 연결은 여전히 어렵다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AG‑UI란 무엇인가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Agent‑User Interaction Protocol</a:t>
            </a:r>
          </a:p>
          <a:p/>
          <a:p>
            <a:r>
              <a:t>• Agent와 UI 사이의 표준 인터페이스</a:t>
            </a:r>
          </a:p>
          <a:p>
            <a:r>
              <a:t>• Event 기반 통신</a:t>
            </a:r>
          </a:p>
          <a:p>
            <a:r>
              <a:t>• Streaming 지원</a:t>
            </a:r>
          </a:p>
          <a:p>
            <a:r>
              <a:t>• Interactive UI 지원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Protocol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</a:t>
            </a:r>
          </a:p>
          <a:p>
            <a:r>
              <a:t> ↑</a:t>
            </a:r>
          </a:p>
          <a:p>
            <a:r>
              <a:t>AG‑UI</a:t>
            </a:r>
          </a:p>
          <a:p>
            <a:r>
              <a:t> ↑</a:t>
            </a:r>
          </a:p>
          <a:p>
            <a:r>
              <a:t>Agent</a:t>
            </a:r>
          </a:p>
          <a:p>
            <a:r>
              <a:t> ↑</a:t>
            </a:r>
          </a:p>
          <a:p>
            <a:r>
              <a:t>MCP / Tools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Microsoft Agent Framework + AG‑UI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Agent Framework → Agent logic</a:t>
            </a:r>
          </a:p>
          <a:p>
            <a:r>
              <a:t>• AG‑UI → User interaction</a:t>
            </a:r>
          </a:p>
          <a:p/>
          <a:p>
            <a:r>
              <a:t>Frontend ↔ AG‑UI ↔ Agent Framework ↔ LLM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AG‑UI 주요 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Real‑time streaming</a:t>
            </a:r>
          </a:p>
          <a:p>
            <a:r>
              <a:t>• Tool execution 표시</a:t>
            </a:r>
          </a:p>
          <a:p>
            <a:r>
              <a:t>• Generative UI</a:t>
            </a:r>
          </a:p>
          <a:p>
            <a:r>
              <a:t>• Human‑in‑the‑loop</a:t>
            </a:r>
          </a:p>
          <a:p>
            <a:r>
              <a:t>• 상태 관리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AG‑UI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</a:t>
            </a:r>
          </a:p>
          <a:p>
            <a:r>
              <a:t>↓</a:t>
            </a:r>
          </a:p>
          <a:p>
            <a:r>
              <a:t>AG‑UI Protocol</a:t>
            </a:r>
          </a:p>
          <a:p>
            <a:r>
              <a:t>↓</a:t>
            </a:r>
          </a:p>
          <a:p>
            <a:r>
              <a:t>AG‑UI Server</a:t>
            </a:r>
          </a:p>
          <a:p>
            <a:r>
              <a:t>↓</a:t>
            </a:r>
          </a:p>
          <a:p>
            <a:r>
              <a:t>Agent Framework</a:t>
            </a:r>
          </a:p>
          <a:p>
            <a:r>
              <a:t>↓</a:t>
            </a:r>
          </a:p>
          <a:p>
            <a:r>
              <a:t>LLM + Tools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기반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AG‑UI는 request/response가 아니라 event stream 기반</a:t>
            </a:r>
          </a:p>
          <a:p/>
          <a:p>
            <a:r>
              <a:t>주요 이벤트:</a:t>
            </a:r>
          </a:p>
          <a:p>
            <a:r>
              <a:t>• TEXT_MESSAGE_CONTENT</a:t>
            </a:r>
          </a:p>
          <a:p>
            <a:r>
              <a:t>• TOOL_CALL_START</a:t>
            </a:r>
          </a:p>
          <a:p>
            <a:r>
              <a:t>• TOOL_CALL_RESULT</a:t>
            </a:r>
          </a:p>
          <a:p>
            <a:r>
              <a:t>• STATE_UPDATE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AG‑UI 설치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 install agent-framework-ag-ui --pre</a:t>
            </a:r>
          </a:p>
          <a:p/>
          <a:p>
            <a:r>
              <a:t>Python 환경에서 AG‑UI integration 사용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AG‑UI Server 개념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Agent를 HTTP endpoint로 노출</a:t>
            </a:r>
          </a:p>
          <a:p>
            <a:r>
              <a:t>• 클라이언트는 streaming으로 결과 수신</a:t>
            </a:r>
          </a:p>
          <a:p>
            <a:r>
              <a:t>• Web UI와 Agent를 연결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1 – Basic Chat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시연 내용:</a:t>
            </a:r>
          </a:p>
          <a:p>
            <a:r>
              <a:t>• AG‑UI Agent 실행</a:t>
            </a:r>
          </a:p>
          <a:p>
            <a:r>
              <a:t>• Web client 연결</a:t>
            </a:r>
          </a:p>
          <a:p>
            <a:r>
              <a:t>• Streaming 응답 확인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Tool Rendering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Agent는 Tool을 실행할 수 있음</a:t>
            </a:r>
          </a:p>
          <a:p/>
          <a:p>
            <a:r>
              <a:t>예:</a:t>
            </a:r>
          </a:p>
          <a:p>
            <a:r>
              <a:t>• Weather API</a:t>
            </a:r>
          </a:p>
          <a:p>
            <a:r>
              <a:t>• Database Query</a:t>
            </a:r>
          </a:p>
          <a:p>
            <a:r>
              <a:t>• Internal API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Event 흐름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질문</a:t>
            </a:r>
          </a:p>
          <a:p>
            <a:r>
              <a:t>↓</a:t>
            </a:r>
          </a:p>
          <a:p>
            <a:r>
              <a:t>Agent reasoning</a:t>
            </a:r>
          </a:p>
          <a:p>
            <a:r>
              <a:t>↓</a:t>
            </a:r>
          </a:p>
          <a:p>
            <a:r>
              <a:t>Tool call</a:t>
            </a:r>
          </a:p>
          <a:p>
            <a:r>
              <a:t>↓</a:t>
            </a:r>
          </a:p>
          <a:p>
            <a:r>
              <a:t>Tool result</a:t>
            </a:r>
          </a:p>
          <a:p>
            <a:r>
              <a:t>↓</a:t>
            </a:r>
          </a:p>
          <a:p>
            <a:r>
              <a:t>User에게 streaming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2 – Tool 호출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예시 질문:</a:t>
            </a:r>
          </a:p>
          <a:p>
            <a:r>
              <a:t>서울 날씨 알려줘</a:t>
            </a:r>
          </a:p>
          <a:p/>
          <a:p>
            <a:r>
              <a:t>Agent → Weather Tool 호출</a:t>
            </a:r>
          </a:p>
          <a:p>
            <a:r>
              <a:t>UI → Tool 실행 상태 표시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Agent가 UI 컴포넌트를 생성</a:t>
            </a:r>
          </a:p>
          <a:p/>
          <a:p>
            <a:r>
              <a:t>예:</a:t>
            </a:r>
          </a:p>
          <a:p>
            <a:r>
              <a:t>• Chart</a:t>
            </a:r>
          </a:p>
          <a:p>
            <a:r>
              <a:t>• Table</a:t>
            </a:r>
          </a:p>
          <a:p>
            <a:r>
              <a:t>• Modal</a:t>
            </a:r>
          </a:p>
          <a:p>
            <a:r>
              <a:t>• Form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Generative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Agent가 UI를 생성하여 Frontend에 전달</a:t>
            </a:r>
          </a:p>
          <a:p/>
          <a:p>
            <a:r>
              <a:t>예:</a:t>
            </a:r>
          </a:p>
          <a:p>
            <a:r>
              <a:t>Stock chart</a:t>
            </a:r>
          </a:p>
          <a:p>
            <a:r>
              <a:t>Product card</a:t>
            </a:r>
          </a:p>
          <a:p>
            <a:r>
              <a:t>Data table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3 – Generative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예시:</a:t>
            </a:r>
          </a:p>
          <a:p>
            <a:r>
              <a:t>TSLA stock price</a:t>
            </a:r>
          </a:p>
          <a:p/>
          <a:p>
            <a:r>
              <a:t>Agent → chart UI 생성</a:t>
            </a:r>
          </a:p>
          <a:p>
            <a:r>
              <a:t>Frontend → chart rendering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Human‑in‑the‑loop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위험한 작업에는 사용자 승인 필요</a:t>
            </a:r>
          </a:p>
          <a:p/>
          <a:p>
            <a:r>
              <a:t>예:</a:t>
            </a:r>
          </a:p>
          <a:p>
            <a:r>
              <a:t>• 이메일 발송</a:t>
            </a:r>
          </a:p>
          <a:p>
            <a:r>
              <a:t>• 코드 실행</a:t>
            </a:r>
          </a:p>
          <a:p>
            <a:r>
              <a:t>• DB 변경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Approval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 action request</a:t>
            </a:r>
          </a:p>
          <a:p>
            <a:r>
              <a:t>↓</a:t>
            </a:r>
          </a:p>
          <a:p>
            <a:r>
              <a:t>User approval</a:t>
            </a:r>
          </a:p>
          <a:p>
            <a:r>
              <a:t>↓</a:t>
            </a:r>
          </a:p>
          <a:p>
            <a:r>
              <a:t>Action 실행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4 – Human Approval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Agent:</a:t>
            </a:r>
          </a:p>
          <a:p>
            <a:r>
              <a:t>Send email to customer</a:t>
            </a:r>
          </a:p>
          <a:p/>
          <a:p>
            <a:r>
              <a:t>UI:</a:t>
            </a:r>
          </a:p>
          <a:p>
            <a:r>
              <a:t>Approve / Reject 버튼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AG‑UI 장점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UI integration 표준화</a:t>
            </a:r>
          </a:p>
          <a:p>
            <a:r>
              <a:t>• Streaming 기본 지원</a:t>
            </a:r>
          </a:p>
          <a:p>
            <a:r>
              <a:t>• Tool 상태 표시</a:t>
            </a:r>
          </a:p>
          <a:p>
            <a:r>
              <a:t>• Human‑in‑the‑loop 지원</a:t>
            </a:r>
          </a:p>
          <a:p>
            <a:r>
              <a:t>• Generative UI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정리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Agent Framework → Agent 로직</a:t>
            </a:r>
          </a:p>
          <a:p>
            <a:r>
              <a:t>• AG‑UI → 사용자 인터페이스</a:t>
            </a:r>
          </a:p>
          <a:p>
            <a:r>
              <a:t>• Event 기반 Agent UI 구조</a:t>
            </a:r>
          </a:p>
          <a:p>
            <a:r>
              <a:t>• Tool + UI + Human workflow 통합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질문 있으신가요?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